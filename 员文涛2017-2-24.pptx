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9" d="100"/>
          <a:sy n="109" d="100"/>
        </p:scale>
        <p:origin x="6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单击以编辑母版副标题样式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DB505-7545-4EE0-B747-8F56EDE0B026}" type="datetimeFigureOut">
              <a:rPr lang="zh-CN" altLang="en-US" smtClean="0"/>
              <a:t>2017/2/24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35E450-691B-4AE6-B6CC-08C0278404F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039314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DB505-7545-4EE0-B747-8F56EDE0B026}" type="datetimeFigureOut">
              <a:rPr lang="zh-CN" altLang="en-US" smtClean="0"/>
              <a:t>2017/2/24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35E450-691B-4AE6-B6CC-08C0278404F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888035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DB505-7545-4EE0-B747-8F56EDE0B026}" type="datetimeFigureOut">
              <a:rPr lang="zh-CN" altLang="en-US" smtClean="0"/>
              <a:t>2017/2/24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35E450-691B-4AE6-B6CC-08C0278404F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058782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DB505-7545-4EE0-B747-8F56EDE0B026}" type="datetimeFigureOut">
              <a:rPr lang="zh-CN" altLang="en-US" smtClean="0"/>
              <a:t>2017/2/24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35E450-691B-4AE6-B6CC-08C0278404F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419200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DB505-7545-4EE0-B747-8F56EDE0B026}" type="datetimeFigureOut">
              <a:rPr lang="zh-CN" altLang="en-US" smtClean="0"/>
              <a:t>2017/2/24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35E450-691B-4AE6-B6CC-08C0278404F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850555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DB505-7545-4EE0-B747-8F56EDE0B026}" type="datetimeFigureOut">
              <a:rPr lang="zh-CN" altLang="en-US" smtClean="0"/>
              <a:t>2017/2/24</a:t>
            </a:fld>
            <a:endParaRPr lang="zh-CN" alt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35E450-691B-4AE6-B6CC-08C0278404F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686898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DB505-7545-4EE0-B747-8F56EDE0B026}" type="datetimeFigureOut">
              <a:rPr lang="zh-CN" altLang="en-US" smtClean="0"/>
              <a:t>2017/2/24</a:t>
            </a:fld>
            <a:endParaRPr lang="zh-CN" alt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35E450-691B-4AE6-B6CC-08C0278404F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295397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DB505-7545-4EE0-B747-8F56EDE0B026}" type="datetimeFigureOut">
              <a:rPr lang="zh-CN" altLang="en-US" smtClean="0"/>
              <a:t>2017/2/24</a:t>
            </a:fld>
            <a:endParaRPr lang="zh-CN" alt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35E450-691B-4AE6-B6CC-08C0278404F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532618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 smtClean="0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DB505-7545-4EE0-B747-8F56EDE0B026}" type="datetimeFigureOut">
              <a:rPr lang="zh-CN" altLang="en-US" smtClean="0"/>
              <a:t>2017/2/24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35E450-691B-4AE6-B6CC-08C0278404F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403598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全景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 smtClean="0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DB505-7545-4EE0-B747-8F56EDE0B026}" type="datetimeFigureOut">
              <a:rPr lang="zh-CN" altLang="en-US" smtClean="0"/>
              <a:t>2017/2/24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35E450-691B-4AE6-B6CC-08C0278404F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337561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描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DB505-7545-4EE0-B747-8F56EDE0B026}" type="datetimeFigureOut">
              <a:rPr lang="zh-CN" altLang="en-US" smtClean="0"/>
              <a:t>2017/2/24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35E450-691B-4AE6-B6CC-08C0278404F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2494683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引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zh-CN" altLang="en-US" smtClean="0"/>
              <a:t>编辑母版文本样式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DB505-7545-4EE0-B747-8F56EDE0B026}" type="datetimeFigureOut">
              <a:rPr lang="zh-CN" altLang="en-US" smtClean="0"/>
              <a:t>2017/2/24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35E450-691B-4AE6-B6CC-08C0278404F3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56093877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DB505-7545-4EE0-B747-8F56EDE0B026}" type="datetimeFigureOut">
              <a:rPr lang="zh-CN" altLang="en-US" smtClean="0"/>
              <a:t>2017/2/24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35E450-691B-4AE6-B6CC-08C0278404F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3785832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DB505-7545-4EE0-B747-8F56EDE0B026}" type="datetimeFigureOut">
              <a:rPr lang="zh-CN" altLang="en-US" smtClean="0"/>
              <a:t>2017/2/24</a:t>
            </a:fld>
            <a:endParaRPr lang="zh-CN" alt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35E450-691B-4AE6-B6CC-08C0278404F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932458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图片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 smtClean="0"/>
              <a:t>单击图标添加图片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 smtClean="0"/>
              <a:t>单击图标添加图片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 smtClean="0"/>
              <a:t>单击图标添加图片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DB505-7545-4EE0-B747-8F56EDE0B026}" type="datetimeFigureOut">
              <a:rPr lang="zh-CN" altLang="en-US" smtClean="0"/>
              <a:t>2017/2/24</a:t>
            </a:fld>
            <a:endParaRPr lang="zh-CN" alt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35E450-691B-4AE6-B6CC-08C0278404F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1743701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DB505-7545-4EE0-B747-8F56EDE0B026}" type="datetimeFigureOut">
              <a:rPr lang="zh-CN" altLang="en-US" smtClean="0"/>
              <a:t>2017/2/24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35E450-691B-4AE6-B6CC-08C0278404F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5600688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DB505-7545-4EE0-B747-8F56EDE0B026}" type="datetimeFigureOut">
              <a:rPr lang="zh-CN" altLang="en-US" smtClean="0"/>
              <a:t>2017/2/24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35E450-691B-4AE6-B6CC-08C0278404F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368164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13EDB505-7545-4EE0-B747-8F56EDE0B026}" type="datetimeFigureOut">
              <a:rPr lang="zh-CN" altLang="en-US" smtClean="0"/>
              <a:t>2017/2/24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35E450-691B-4AE6-B6CC-08C0278404F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1990255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852853"/>
            <a:ext cx="9144000" cy="712177"/>
          </a:xfrm>
        </p:spPr>
        <p:txBody>
          <a:bodyPr>
            <a:normAutofit/>
          </a:bodyPr>
          <a:lstStyle/>
          <a:p>
            <a:pPr algn="ctr"/>
            <a:r>
              <a:rPr lang="zh-CN" altLang="en-US" sz="3200" dirty="0" smtClean="0">
                <a:latin typeface="华文行楷" panose="02010800040101010101" pitchFamily="2" charset="-122"/>
                <a:ea typeface="华文行楷" panose="02010800040101010101" pitchFamily="2" charset="-122"/>
              </a:rPr>
              <a:t>一、上周工作总结</a:t>
            </a:r>
            <a:endParaRPr lang="zh-CN" altLang="en-US" sz="3200" dirty="0"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1978269"/>
            <a:ext cx="9144000" cy="3279531"/>
          </a:xfrm>
        </p:spPr>
        <p:txBody>
          <a:bodyPr/>
          <a:lstStyle/>
          <a:p>
            <a:pPr algn="l"/>
            <a:r>
              <a:rPr lang="en-US" altLang="zh-CN" dirty="0" smtClean="0"/>
              <a:t>1</a:t>
            </a:r>
            <a:r>
              <a:rPr lang="zh-CN" altLang="en-US" dirty="0" smtClean="0"/>
              <a:t>、深入学习理解</a:t>
            </a:r>
            <a:r>
              <a:rPr lang="en-US" altLang="zh-CN" dirty="0" err="1" smtClean="0"/>
              <a:t>zynq</a:t>
            </a:r>
            <a:r>
              <a:rPr lang="zh-CN" altLang="en-US" dirty="0" smtClean="0"/>
              <a:t>嵌入式系统设计流程，对硬件原理图理解更加深刻</a:t>
            </a:r>
            <a:endParaRPr lang="en-US" altLang="zh-CN" dirty="0" smtClean="0"/>
          </a:p>
          <a:p>
            <a:pPr algn="l"/>
            <a:endParaRPr lang="en-US" altLang="zh-CN" dirty="0" smtClean="0"/>
          </a:p>
          <a:p>
            <a:pPr algn="l"/>
            <a:r>
              <a:rPr lang="en-US" altLang="zh-CN" dirty="0" smtClean="0"/>
              <a:t>2</a:t>
            </a:r>
            <a:r>
              <a:rPr lang="zh-CN" altLang="en-US" dirty="0" smtClean="0"/>
              <a:t>、编程状态机流水灯，实现按键启动，再次按键停止，深化理解了状态机的使用以及阻态与非阻态的区别</a:t>
            </a:r>
            <a:endParaRPr lang="en-US" altLang="zh-CN" dirty="0" smtClean="0"/>
          </a:p>
          <a:p>
            <a:pPr algn="l"/>
            <a:endParaRPr lang="en-US" altLang="zh-CN" dirty="0" smtClean="0"/>
          </a:p>
          <a:p>
            <a:pPr algn="l"/>
            <a:r>
              <a:rPr lang="en-US" altLang="zh-CN" dirty="0"/>
              <a:t>3</a:t>
            </a:r>
            <a:r>
              <a:rPr lang="zh-CN" altLang="en-US" dirty="0" smtClean="0"/>
              <a:t>、</a:t>
            </a:r>
            <a:r>
              <a:rPr lang="zh-CN" altLang="zh-CN" dirty="0" smtClean="0"/>
              <a:t>实现</a:t>
            </a:r>
            <a:r>
              <a:rPr lang="zh-CN" altLang="en-US" dirty="0" smtClean="0"/>
              <a:t>了</a:t>
            </a:r>
            <a:r>
              <a:rPr lang="en-US" altLang="zh-CN" dirty="0" smtClean="0"/>
              <a:t>OV5640</a:t>
            </a:r>
            <a:r>
              <a:rPr lang="zh-CN" altLang="en-US" dirty="0" smtClean="0"/>
              <a:t>摄像头的启动</a:t>
            </a:r>
            <a:r>
              <a:rPr lang="zh-CN" altLang="zh-CN" dirty="0" smtClean="0"/>
              <a:t>，并通过</a:t>
            </a:r>
            <a:r>
              <a:rPr lang="en-US" altLang="zh-CN" dirty="0"/>
              <a:t>HDMI</a:t>
            </a:r>
            <a:r>
              <a:rPr lang="zh-CN" altLang="zh-CN" dirty="0" smtClean="0"/>
              <a:t>线</a:t>
            </a:r>
            <a:r>
              <a:rPr lang="zh-CN" altLang="en-US" dirty="0" smtClean="0"/>
              <a:t>于显示器上</a:t>
            </a:r>
            <a:r>
              <a:rPr lang="zh-CN" altLang="zh-CN" dirty="0" smtClean="0"/>
              <a:t>显示</a:t>
            </a:r>
            <a:r>
              <a:rPr lang="zh-CN" altLang="zh-CN" dirty="0"/>
              <a:t>摄像头图像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170590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03685" y="1494692"/>
            <a:ext cx="5952391" cy="4682271"/>
          </a:xfrm>
        </p:spPr>
      </p:pic>
      <p:sp>
        <p:nvSpPr>
          <p:cNvPr id="5" name="文本框 4"/>
          <p:cNvSpPr txBox="1"/>
          <p:nvPr/>
        </p:nvSpPr>
        <p:spPr>
          <a:xfrm>
            <a:off x="769327" y="791308"/>
            <a:ext cx="45456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摄像头实验效果图：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909159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zh-CN" altLang="en-US" sz="3200" dirty="0" smtClean="0">
                <a:latin typeface="华文行楷" panose="02010800040101010101" pitchFamily="2" charset="-122"/>
                <a:ea typeface="华文行楷" panose="02010800040101010101" pitchFamily="2" charset="-122"/>
              </a:rPr>
              <a:t>二、接下来工作方向</a:t>
            </a:r>
            <a:endParaRPr lang="zh-CN" altLang="en-US" sz="3200" dirty="0"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/>
              <a:t>1</a:t>
            </a:r>
            <a:r>
              <a:rPr lang="zh-CN" altLang="en-US" dirty="0" smtClean="0"/>
              <a:t>、了解目前系统各部分实现原理</a:t>
            </a:r>
            <a:endParaRPr lang="en-US" altLang="zh-CN" dirty="0" smtClean="0"/>
          </a:p>
          <a:p>
            <a:endParaRPr lang="en-US" altLang="zh-CN" dirty="0" smtClean="0"/>
          </a:p>
          <a:p>
            <a:r>
              <a:rPr lang="en-US" altLang="zh-CN" dirty="0" smtClean="0"/>
              <a:t>2</a:t>
            </a:r>
            <a:r>
              <a:rPr lang="zh-CN" altLang="en-US" dirty="0" smtClean="0"/>
              <a:t>、学习相关论文资料</a:t>
            </a:r>
            <a:endParaRPr lang="en-US" altLang="zh-CN" dirty="0" smtClean="0"/>
          </a:p>
          <a:p>
            <a:endParaRPr lang="en-US" altLang="zh-CN" dirty="0" smtClean="0"/>
          </a:p>
          <a:p>
            <a:r>
              <a:rPr lang="en-US" altLang="zh-CN" dirty="0" smtClean="0"/>
              <a:t>3</a:t>
            </a:r>
            <a:r>
              <a:rPr lang="zh-CN" altLang="en-US" dirty="0" smtClean="0"/>
              <a:t>、</a:t>
            </a:r>
            <a:r>
              <a:rPr lang="zh-CN" altLang="en-US" dirty="0" smtClean="0"/>
              <a:t>学习</a:t>
            </a:r>
            <a:r>
              <a:rPr lang="zh-CN" altLang="en-US" dirty="0" smtClean="0"/>
              <a:t>算法以及如何通过</a:t>
            </a:r>
            <a:r>
              <a:rPr lang="en-US" altLang="zh-CN" dirty="0" err="1" smtClean="0"/>
              <a:t>zynq</a:t>
            </a:r>
            <a:r>
              <a:rPr lang="zh-CN" altLang="en-US" dirty="0" smtClean="0"/>
              <a:t>实现算法</a:t>
            </a:r>
            <a:endParaRPr lang="en-US" altLang="zh-CN" dirty="0" smtClean="0"/>
          </a:p>
          <a:p>
            <a:endParaRPr lang="en-US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7324979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zh-CN" altLang="en-US" sz="3200" dirty="0" smtClean="0">
                <a:latin typeface="华文行楷" panose="02010800040101010101" pitchFamily="2" charset="-122"/>
                <a:ea typeface="华文行楷" panose="02010800040101010101" pitchFamily="2" charset="-122"/>
              </a:rPr>
              <a:t>三存在主要问题</a:t>
            </a:r>
            <a:endParaRPr lang="zh-CN" altLang="en-US" sz="3200" dirty="0"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dirty="0" smtClean="0"/>
              <a:t>1</a:t>
            </a:r>
            <a:r>
              <a:rPr lang="zh-CN" altLang="en-US" dirty="0" smtClean="0"/>
              <a:t>、如何根据模块时序图编程？</a:t>
            </a:r>
            <a:endParaRPr lang="en-US" altLang="zh-CN" dirty="0" smtClean="0"/>
          </a:p>
          <a:p>
            <a:pPr marL="0" indent="0">
              <a:buNone/>
            </a:pPr>
            <a:endParaRPr lang="en-US" altLang="zh-CN" dirty="0" smtClean="0"/>
          </a:p>
          <a:p>
            <a:pPr marL="0" indent="0">
              <a:buNone/>
            </a:pPr>
            <a:r>
              <a:rPr lang="en-US" altLang="zh-CN" dirty="0" smtClean="0"/>
              <a:t>2</a:t>
            </a:r>
            <a:r>
              <a:rPr lang="zh-CN" altLang="en-US" dirty="0" smtClean="0"/>
              <a:t>、编写的程序是在</a:t>
            </a:r>
            <a:r>
              <a:rPr lang="en-US" altLang="zh-CN" dirty="0" smtClean="0"/>
              <a:t>FPGA</a:t>
            </a:r>
            <a:r>
              <a:rPr lang="zh-CN" altLang="en-US" dirty="0" smtClean="0"/>
              <a:t>端</a:t>
            </a:r>
            <a:r>
              <a:rPr lang="zh-CN" altLang="en-US" dirty="0" smtClean="0"/>
              <a:t>还是</a:t>
            </a:r>
            <a:r>
              <a:rPr lang="en-US" altLang="zh-CN" smtClean="0"/>
              <a:t>ARM</a:t>
            </a:r>
            <a:r>
              <a:rPr lang="zh-CN" altLang="en-US" smtClean="0"/>
              <a:t>端</a:t>
            </a:r>
            <a:r>
              <a:rPr lang="zh-CN" altLang="en-US" dirty="0" smtClean="0"/>
              <a:t>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355517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离子">
  <a:themeElements>
    <a:clrScheme name="离子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离子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离子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93</TotalTime>
  <Words>129</Words>
  <Application>Microsoft Office PowerPoint</Application>
  <PresentationFormat>宽屏</PresentationFormat>
  <Paragraphs>17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0" baseType="lpstr">
      <vt:lpstr>华文行楷</vt:lpstr>
      <vt:lpstr>宋体</vt:lpstr>
      <vt:lpstr>Arial</vt:lpstr>
      <vt:lpstr>Century Gothic</vt:lpstr>
      <vt:lpstr>Wingdings 3</vt:lpstr>
      <vt:lpstr>离子</vt:lpstr>
      <vt:lpstr>一、上周工作总结</vt:lpstr>
      <vt:lpstr>PowerPoint 演示文稿</vt:lpstr>
      <vt:lpstr>二、接下来工作方向</vt:lpstr>
      <vt:lpstr>三存在主要问题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一、上周工作总结</dc:title>
  <dc:creator>Administrator</dc:creator>
  <cp:lastModifiedBy>Administrator</cp:lastModifiedBy>
  <cp:revision>15</cp:revision>
  <dcterms:created xsi:type="dcterms:W3CDTF">2017-02-24T01:12:11Z</dcterms:created>
  <dcterms:modified xsi:type="dcterms:W3CDTF">2017-02-24T07:15:02Z</dcterms:modified>
</cp:coreProperties>
</file>