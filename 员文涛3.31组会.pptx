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36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99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703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46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987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58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8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01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76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74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827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890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020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008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141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601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02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A7EC10A-8707-4EE3-80F9-C859A3AAD354}" type="datetimeFigureOut">
              <a:rPr lang="zh-CN" altLang="en-US" smtClean="0"/>
              <a:t>2017/3/31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25B75-B8A6-4F64-A728-57F1E63AB8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2675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AR0134</a:t>
            </a:r>
            <a:r>
              <a:rPr lang="zh-CN" altLang="en-US" dirty="0" smtClean="0"/>
              <a:t>摄像头寄存  器配置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67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ZYNQ </a:t>
            </a:r>
            <a:r>
              <a:rPr lang="zh-CN" altLang="en-US" dirty="0" smtClean="0"/>
              <a:t>芯片结构图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7504" y="1690688"/>
            <a:ext cx="75211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76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4060"/>
          </a:xfrm>
        </p:spPr>
        <p:txBody>
          <a:bodyPr/>
          <a:lstStyle/>
          <a:p>
            <a:r>
              <a:rPr lang="en-US" altLang="zh-CN" dirty="0" smtClean="0"/>
              <a:t>MIO</a:t>
            </a:r>
            <a:r>
              <a:rPr lang="zh-CN" altLang="en-US" dirty="0" smtClean="0"/>
              <a:t>和</a:t>
            </a:r>
            <a:r>
              <a:rPr lang="en-US" altLang="zh-CN" dirty="0" smtClean="0"/>
              <a:t>EMIO</a:t>
            </a:r>
            <a:r>
              <a:rPr lang="zh-CN" altLang="en-US" dirty="0" smtClean="0"/>
              <a:t>之间的关系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8362" y="1690080"/>
            <a:ext cx="103954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ynq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中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的IO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口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，分为两种，MIO(multiuse I/O)和EMIO(extendable multiuse I/O)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MIO分配在bank0和bank1直接与PS部分相连，EMIO分配在bank2和bank3直接和PL部分相连。除了bank1是22-bit之外，其他的bank都是32-bit。所以MIO有53个引脚可供我们使用，而EMIO有64个引脚可供我们使用。</a:t>
            </a:r>
            <a:endParaRPr kumimoji="0" lang="zh-CN" altLang="zh-CN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使用EMIO的好处就，当MIO不够用时，PS可以通过驱动EMIO控制PL部分的引脚EMIO的使用和MIO的使用其实是非常相似的。区别在于，EMIO的使用相当于，是一个PS + PL的结合使用</a:t>
            </a:r>
            <a:r>
              <a:rPr lang="zh-CN" altLang="en-US" sz="1800" u="sng" dirty="0" smtClean="0">
                <a:latin typeface="Arial" panose="020B0604020202020204" pitchFamily="34" charset="0"/>
              </a:rPr>
              <a:t>的例子</a:t>
            </a:r>
            <a:r>
              <a: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。所以EMIO需要分配引脚，以及编译综合生成bit文件。</a:t>
            </a:r>
            <a:endParaRPr kumimoji="0" lang="zh-CN" altLang="zh-CN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363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MIO</a:t>
            </a:r>
            <a:r>
              <a:rPr lang="zh-CN" altLang="en-US" dirty="0" smtClean="0"/>
              <a:t>和</a:t>
            </a:r>
            <a:r>
              <a:rPr lang="en-US" altLang="zh-CN" dirty="0" smtClean="0"/>
              <a:t>EMIO</a:t>
            </a:r>
            <a:r>
              <a:rPr lang="zh-CN" altLang="en-US" dirty="0" smtClean="0"/>
              <a:t>分布图</a:t>
            </a:r>
            <a:endParaRPr lang="zh-CN" altLang="en-US" dirty="0"/>
          </a:p>
        </p:txBody>
      </p:sp>
      <p:pic>
        <p:nvPicPr>
          <p:cNvPr id="2049" name="Picture 1" descr="E://softwareInput/youdaoyunbiji/savefile/yuanwentao77@163.com/7da46fa29cd24e2081b20e6c54adc5a6/9365-20770-1.jpg.jpe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692" y="1556238"/>
            <a:ext cx="3982183" cy="4307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60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</a:t>
            </a:r>
            <a:r>
              <a:rPr lang="en-US" altLang="zh-CN" dirty="0" smtClean="0"/>
              <a:t>EMIO</a:t>
            </a:r>
            <a:r>
              <a:rPr lang="zh-CN" altLang="en-US" dirty="0" smtClean="0"/>
              <a:t>模拟</a:t>
            </a:r>
            <a:r>
              <a:rPr lang="en-US" altLang="zh-CN" dirty="0" smtClean="0"/>
              <a:t>I2C</a:t>
            </a:r>
            <a:r>
              <a:rPr lang="zh-CN" altLang="en-US" dirty="0" smtClean="0"/>
              <a:t>实现寄存器配置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7669" y="1621438"/>
            <a:ext cx="10336102" cy="13542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9044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起始位与停止位的定义： 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起始信号：当SCL为高期间，SDA由高到低的跳变；启动信号是一种电平跳变时序信号，而不是一个电平信号。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停止信号：当SCL为高期间，SDA由低到高的跳变；停止信号也是一种电平跳变时序信号，而不是一个电平信号。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3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http://images.cnitblog.com/blog/470909/201305/28163733-521976b552b74ec0b18bb07f4dbc0fb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868" y="3220449"/>
            <a:ext cx="328612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70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042" y="2817849"/>
            <a:ext cx="9404723" cy="1400530"/>
          </a:xfrm>
        </p:spPr>
        <p:txBody>
          <a:bodyPr/>
          <a:lstStyle/>
          <a:p>
            <a:pPr algn="ctr"/>
            <a:r>
              <a:rPr lang="en-US" altLang="zh-CN" sz="8800" dirty="0" smtClean="0"/>
              <a:t>Thank you</a:t>
            </a:r>
            <a:endParaRPr lang="zh-CN" altLang="en-US" sz="8800" dirty="0"/>
          </a:p>
        </p:txBody>
      </p:sp>
    </p:spTree>
    <p:extLst>
      <p:ext uri="{BB962C8B-B14F-4D97-AF65-F5344CB8AC3E}">
        <p14:creationId xmlns:p14="http://schemas.microsoft.com/office/powerpoint/2010/main" val="3327021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</a:t>
            </a:r>
            <a:r>
              <a:rPr lang="en-US" altLang="zh-CN" dirty="0" smtClean="0"/>
              <a:t>EMIO</a:t>
            </a:r>
            <a:r>
              <a:rPr lang="zh-CN" altLang="en-US" dirty="0" smtClean="0"/>
              <a:t>模拟</a:t>
            </a:r>
            <a:r>
              <a:rPr lang="en-US" altLang="zh-CN" dirty="0" smtClean="0"/>
              <a:t>I2C</a:t>
            </a:r>
            <a:r>
              <a:rPr lang="zh-CN" altLang="en-US" dirty="0" smtClean="0"/>
              <a:t>实现寄存器配置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1767"/>
            <a:ext cx="11118384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9656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I2C总线进行数据传送时，时钟信号为高电平期间，数据线上的数据必须保持稳定，只有在时钟线上的信号为低电平期间，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数据线上的高电平或低电平状态才允许变化。虽然只要求在高电平期间保持稳定，但是要有一个提前量，也就是数据在SCL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的上升沿到来之前就需准备好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099" name="Picture 3" descr="http://images.cnitblog.com/blog/470909/201305/28163734-16f9cd046fe34ad89f098aa2d5179f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25" y="3131393"/>
            <a:ext cx="43243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923192" y="5029200"/>
            <a:ext cx="10840916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主设备发送起始位，这会通知总线上的所有设备传输开始了，接下来主机发送设备地址，与这一地址匹配的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slave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将继续这一传输过程，而其它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slave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将会忽略接下来的传输并等待下一次传输的开始。主设备寻址到从设备后，发送它所要读取或写入的从设备的内部寄存器地址； 之后，发送数据。数据发送完毕后，发送停止位：</a:t>
            </a:r>
          </a:p>
        </p:txBody>
      </p:sp>
    </p:spTree>
    <p:extLst>
      <p:ext uri="{BB962C8B-B14F-4D97-AF65-F5344CB8AC3E}">
        <p14:creationId xmlns:p14="http://schemas.microsoft.com/office/powerpoint/2010/main" val="619080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CMOS</a:t>
            </a:r>
            <a:r>
              <a:rPr lang="zh-CN" altLang="en-US" dirty="0" smtClean="0"/>
              <a:t>转</a:t>
            </a:r>
            <a:r>
              <a:rPr lang="en-US" altLang="zh-CN" dirty="0" smtClean="0"/>
              <a:t>GPIO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341626"/>
            <a:ext cx="2714286" cy="4000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6111" y="5618285"/>
            <a:ext cx="271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  CMOS</a:t>
            </a:r>
            <a:r>
              <a:rPr lang="zh-CN" altLang="en-US" dirty="0" smtClean="0"/>
              <a:t>对外信号接口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69" y="1341626"/>
            <a:ext cx="6559412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39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CMOS</a:t>
            </a:r>
            <a:r>
              <a:rPr lang="zh-CN" altLang="en-US" dirty="0"/>
              <a:t>转</a:t>
            </a:r>
            <a:r>
              <a:rPr lang="en-US" altLang="zh-CN" dirty="0"/>
              <a:t>GPIO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063" y="1397977"/>
            <a:ext cx="5558890" cy="4941277"/>
          </a:xfrm>
        </p:spPr>
      </p:pic>
    </p:spTree>
    <p:extLst>
      <p:ext uri="{BB962C8B-B14F-4D97-AF65-F5344CB8AC3E}">
        <p14:creationId xmlns:p14="http://schemas.microsoft.com/office/powerpoint/2010/main" val="2653538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383</TotalTime>
  <Words>450</Words>
  <Application>Microsoft Office PowerPoint</Application>
  <PresentationFormat>宽屏</PresentationFormat>
  <Paragraphs>20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楷体</vt:lpstr>
      <vt:lpstr>宋体</vt:lpstr>
      <vt:lpstr>Arial</vt:lpstr>
      <vt:lpstr>Century Gothic</vt:lpstr>
      <vt:lpstr>Verdana</vt:lpstr>
      <vt:lpstr>Wingdings 3</vt:lpstr>
      <vt:lpstr>离子</vt:lpstr>
      <vt:lpstr>AR0134摄像头寄存  器配置</vt:lpstr>
      <vt:lpstr>ZYNQ 芯片结构图</vt:lpstr>
      <vt:lpstr>MIO和EMIO之间的关系</vt:lpstr>
      <vt:lpstr>MIO和EMIO分布图</vt:lpstr>
      <vt:lpstr>用EMIO模拟I2C实现寄存器配置</vt:lpstr>
      <vt:lpstr>Thank you</vt:lpstr>
      <vt:lpstr>用EMIO模拟I2C实现寄存器配置</vt:lpstr>
      <vt:lpstr>CMOS转GPIO</vt:lpstr>
      <vt:lpstr>CMOS转GPIO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AR0134摄像头寄存器配置</dc:title>
  <dc:creator>Administrator</dc:creator>
  <cp:lastModifiedBy>Administrator</cp:lastModifiedBy>
  <cp:revision>9</cp:revision>
  <dcterms:created xsi:type="dcterms:W3CDTF">2017-03-31T02:08:07Z</dcterms:created>
  <dcterms:modified xsi:type="dcterms:W3CDTF">2017-03-31T08:31:22Z</dcterms:modified>
</cp:coreProperties>
</file>